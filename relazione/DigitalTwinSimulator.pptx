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61" r:id="rId6"/>
    <p:sldId id="259" r:id="rId7"/>
    <p:sldId id="263" r:id="rId8"/>
    <p:sldId id="264" r:id="rId9"/>
    <p:sldId id="260" r:id="rId10"/>
    <p:sldId id="262" r:id="rId11"/>
    <p:sldId id="265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31CBBC-7C2E-D9FF-05BB-0B6969233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5AE306F-C16C-86E5-4975-E3D936634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66CBB7-DCFD-0738-D2A1-53752991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6B45B5-6B42-8830-C0B6-7AE6A39B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D338D3-F732-47F4-F3E7-BA25489E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70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49F23D-DF88-C07C-0D93-72F7BBD9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04B0CF-C9F4-76F5-11F1-643FF8586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B184D5-8A32-FBAD-6FD6-DC718857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7F9ACE-C9B7-F67D-426B-4DF63ED8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7DCA1A-A3FB-65BF-F5D1-4A2CBA0C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513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1BA702-E67D-9FC9-A3E6-43B5B22A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C5FCAD-840D-1E67-A344-1581305A5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2BAE2C-D18A-A229-209B-D4490E9E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36D8D-67FC-19D9-2CFA-9E940AAB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D9BAF9-0C49-B156-C760-1773007E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95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4D7377-D39D-E846-1284-19D998CE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B90FBF-6484-2992-2DFC-879B78788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94AC0E6-CDAB-E835-A7D1-F2FE5DBC7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0CA6AE-08ED-A634-65A1-00C421F4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07DC6F-ECCB-4036-8C00-5A4C521B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1E3D14-D411-8022-B07C-4A6E0827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49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68370A-D940-0928-D5FD-2A08719C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5AE294-02C3-F91B-BA87-418EEDCAC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ECB1BF-CC27-3B7A-92DE-472023745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D1BA629-9AC9-DDBF-D048-032522392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7EF9CE-E849-85A3-57CE-29AEC1072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3B94F39-2E6B-53CE-AAB0-1739FFE1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342E622-93F6-014A-3A7C-299ED5E1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8AF8EA3-596F-C39B-C7CC-9ABB9401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801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15694-E023-C093-F011-0FCB3305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46F0998-738D-F568-B7BE-505B031B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EE4F5F2-A940-609F-6EDC-99B695BE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35EE6DD-3700-2365-2403-25DC10A6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939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A66808B-D7FF-422F-3638-A17B206D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DBF32EA-1808-9EDB-7853-87B1585A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1B235F-01F2-714D-1FD3-5914F792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5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974E6B-607A-1E6B-DF69-CC9BFA6E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4E9013-359C-E466-F0E4-C63389241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D76898B-466D-F70E-ACD7-75D8FB1FA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E5ACE7D-D59B-9D34-5E0D-79FE22FE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329889-9A1B-7D0D-22F4-56333E44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63581E-102E-8953-5159-C1F1BBEE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961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D708B5-76AE-E498-03A5-55667EA5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60C15A9-CA85-A1FE-BC6C-37914452E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9386AB-A29B-F376-3505-544ABD948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90FB089-A9FB-C56A-4281-64D70DF0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57FF4F-75FC-A18A-6FF9-3785A04A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A4B986-74FC-848C-A1E6-0844A72D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252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E70A1B-F8E3-87F9-690B-82E7FAC9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864007-624C-67EE-8EB9-203ABD45D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DD08C9-8423-C1E1-E644-DF2B1FB0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BC813D-758E-35F2-1C1A-ECD89D3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5AF4FF-31F3-32A8-C1B9-0EC59D7F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53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7FA7BC1-1F2C-7914-4A23-7834D03DD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F579562-4525-C173-20B2-A50826B37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08C97D-8FFE-96B8-4602-4D5214D7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CCE446-B96A-C0F6-70DE-C418AD59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383189-60D4-4B9B-546C-8398260E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101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F46CCB-6151-E920-E36C-3FF02ABC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598AFB-C9C6-BB71-3B25-C895B16A0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DFB793-961D-B0AA-3D95-B949DFA89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1DF21-BA39-4E56-B179-F2B1C815403D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A9879F-BDF2-9D9A-3208-664C69094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74EE58-0994-F78A-1CB7-5B7DB2080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1DE5F-BDEA-4385-B416-4F779E88F9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175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4492" y="320041"/>
            <a:ext cx="5030313" cy="3892668"/>
          </a:xfrm>
        </p:spPr>
        <p:txBody>
          <a:bodyPr>
            <a:noAutofit/>
          </a:bodyPr>
          <a:lstStyle/>
          <a:p>
            <a:pPr algn="l"/>
            <a:r>
              <a:rPr lang="it-IT" sz="4400" b="1" dirty="0"/>
              <a:t>Prototipazione Rapida di Digital Twin tramite Mixed Reality e Deep Learning su Meta Quest</a:t>
            </a:r>
            <a:endParaRPr lang="it-IT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64274" y="4631161"/>
            <a:ext cx="5030524" cy="1569486"/>
          </a:xfrm>
        </p:spPr>
        <p:txBody>
          <a:bodyPr>
            <a:normAutofit/>
          </a:bodyPr>
          <a:lstStyle/>
          <a:p>
            <a:pPr algn="l"/>
            <a:endParaRPr lang="it-IT" dirty="0"/>
          </a:p>
          <a:p>
            <a:pPr algn="l"/>
            <a:r>
              <a:rPr lang="it-IT" dirty="0"/>
              <a:t>Marco Di Vita – 2026</a:t>
            </a:r>
          </a:p>
        </p:txBody>
      </p:sp>
      <p:pic>
        <p:nvPicPr>
          <p:cNvPr id="6" name="Immagine 5" descr="Immagine che contiene emblema, simbolo, logo, Carattere&#10;&#10;Il contenuto generato dall'IA potrebbe non essere corretto.">
            <a:extLst>
              <a:ext uri="{FF2B5EF4-FFF2-40B4-BE49-F238E27FC236}">
                <a16:creationId xmlns:a16="http://schemas.microsoft.com/office/drawing/2014/main" id="{4C7DE493-AE40-CB00-57BE-3E52CF513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151" y="1172519"/>
            <a:ext cx="3040190" cy="3040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08AF0-C4EA-4445-B2C0-CB3E44B08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</a:t>
            </a:r>
            <a:r>
              <a:rPr lang="en-US" dirty="0" err="1"/>
              <a:t>presentazione</a:t>
            </a:r>
            <a:br>
              <a:rPr lang="en-US" dirty="0"/>
            </a:br>
            <a:r>
              <a:rPr lang="en-US" dirty="0" err="1"/>
              <a:t>titolo</a:t>
            </a:r>
            <a:br>
              <a:rPr lang="en-US" dirty="0"/>
            </a:br>
            <a:r>
              <a:rPr lang="en-US" dirty="0" err="1"/>
              <a:t>nome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anno </a:t>
            </a:r>
            <a:r>
              <a:rPr lang="en-US" dirty="0" err="1"/>
              <a:t>accademico</a:t>
            </a:r>
            <a:br>
              <a:rPr lang="en-US" dirty="0"/>
            </a:br>
            <a:r>
              <a:rPr lang="en-US" dirty="0" err="1"/>
              <a:t>studente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F44E945-0F3C-1749-77D2-B199FFCCC1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8706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353504-3939-2F3A-594F-AA054A87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Obiettivi</a:t>
            </a:r>
            <a:r>
              <a:rPr lang="en-US" dirty="0"/>
              <a:t> del </a:t>
            </a:r>
            <a:r>
              <a:rPr lang="en-US" dirty="0" err="1"/>
              <a:t>progetto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DEE7B-67CE-E7BB-CB20-6C344812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Generare automaticamente modelli 3D a partire da immagini 2D</a:t>
            </a:r>
          </a:p>
          <a:p>
            <a:r>
              <a:rPr lang="it-IT" dirty="0"/>
              <a:t>Integrare tecniche di Deep Learning nella pipeline di Computer Graphics</a:t>
            </a:r>
          </a:p>
          <a:p>
            <a:r>
              <a:rPr lang="it-IT" dirty="0"/>
              <a:t>Realizzare una pipeline end-to-end per la prototipazione di Digital Twin</a:t>
            </a:r>
          </a:p>
          <a:p>
            <a:r>
              <a:rPr lang="it-IT" dirty="0"/>
              <a:t>Consentire la visualizzazione e l’interazione dei modelli in ambiente XR</a:t>
            </a:r>
          </a:p>
          <a:p>
            <a:r>
              <a:rPr lang="it-IT" dirty="0"/>
              <a:t>Ridurre tempi e complessità della creazione manuale di asset 3D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899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1ADD5D-9F92-30C7-2402-93BE9EDB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Architettura</a:t>
            </a:r>
            <a:r>
              <a:rPr lang="en-US" dirty="0"/>
              <a:t> generale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3E7C1D-5E31-4255-10BF-C16B777291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Architettura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client–server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separazione tra frontend e 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Unity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visualizzazione, interazione XR e gestione dell’utente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Flask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orchestrare i modelli di Deep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la segmentazione automatica dell’oggetto dall’immagine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Fast 3D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la generazione del modello tridimensionale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Comunicazione tramite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HTTP/REST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scambio di file in formato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GLB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4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215768-3174-BC96-B4E0-E9BCDC60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di </a:t>
            </a:r>
            <a:r>
              <a:rPr lang="en-US" dirty="0" err="1"/>
              <a:t>funzionamento</a:t>
            </a:r>
            <a:endParaRPr lang="it-IT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723BDB3-652A-9C3B-10D1-3229245ABB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Selezione di un’immagine 2D tramite interfaccia 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Invio dell’immagine al backend per la segmentazione automatica (SAM)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Estrazione dell’oggetto principale dall’immagine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Generazione del modello 3D tramite Stable Fast 3D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Esportazione del modello in formato GLB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Caricamento dinamico del modello in 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Interazione del modello in ambiente XR (grab, move, inspect)</a:t>
            </a:r>
          </a:p>
        </p:txBody>
      </p:sp>
    </p:spTree>
    <p:extLst>
      <p:ext uri="{BB962C8B-B14F-4D97-AF65-F5344CB8AC3E}">
        <p14:creationId xmlns:p14="http://schemas.microsoft.com/office/powerpoint/2010/main" val="298559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FB53D7-3113-A997-7F65-BC843B58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 </a:t>
            </a:r>
            <a:r>
              <a:rPr lang="en-US" dirty="0" err="1"/>
              <a:t>sguardo</a:t>
            </a:r>
            <a:r>
              <a:rPr lang="en-US" dirty="0"/>
              <a:t> al backend</a:t>
            </a:r>
            <a:endParaRPr lang="it-IT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0BE9D5-9503-361F-1CBE-95626AEC3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sviluppato in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con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Gestione delle richieste di segmentazione e generazione 3D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Caricamento del modello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all’avvio del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Invocazione di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 3D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tramite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subprocess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Gestione dei file temporanei e dei modelli generati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Esposizione di API REST per la comunicazione con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Unity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93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5F4B23-82ED-25D1-E0CF-CBD13E9C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SAM – </a:t>
            </a:r>
            <a:r>
              <a:rPr lang="it-IT" dirty="0" err="1"/>
              <a:t>Segment</a:t>
            </a:r>
            <a:r>
              <a:rPr lang="it-IT" dirty="0"/>
              <a:t> </a:t>
            </a:r>
            <a:r>
              <a:rPr lang="it-IT" dirty="0" err="1"/>
              <a:t>Anything</a:t>
            </a:r>
            <a:r>
              <a:rPr lang="it-IT" dirty="0"/>
              <a:t> Model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67CC50-B4EE-98FD-5E9F-CC79938538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816350"/>
            <a:ext cx="2651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Modello di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segmentazione automatica basato su Vision Transformer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Utilizzato per isolare l’oggetto principale dall’immagine 2D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 richiede addestramento o annotazioni specifiche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Elevata robustezza a variazioni di forma, colore e contesto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Produzione di maschere utilizzate come input per la generazione 3D</a:t>
            </a:r>
          </a:p>
        </p:txBody>
      </p:sp>
    </p:spTree>
    <p:extLst>
      <p:ext uri="{BB962C8B-B14F-4D97-AF65-F5344CB8AC3E}">
        <p14:creationId xmlns:p14="http://schemas.microsoft.com/office/powerpoint/2010/main" val="341987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0BB17F-84B0-6EB9-BD2A-D30B7129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 fast 3d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E3ED03-7445-C0E8-AD0C-6D5DCA1F4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Modello di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generazione 3D a partire da immagini 2D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 mesh tridimensionali coerenti a partire dall’oggetto segmentato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Ottimizzato per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velocità di esecuzione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semplicità di integrazione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esportato direttamente in formato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GLB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Integrabile in pipeline automatiche senza intervento manuale</a:t>
            </a:r>
          </a:p>
        </p:txBody>
      </p:sp>
    </p:spTree>
    <p:extLst>
      <p:ext uri="{BB962C8B-B14F-4D97-AF65-F5344CB8AC3E}">
        <p14:creationId xmlns:p14="http://schemas.microsoft.com/office/powerpoint/2010/main" val="86447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FEB96F-DA26-7943-9FEA-1738C5ED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 </a:t>
            </a:r>
            <a:r>
              <a:rPr lang="en-US" dirty="0" err="1"/>
              <a:t>sguardo</a:t>
            </a:r>
            <a:r>
              <a:rPr lang="en-US" dirty="0"/>
              <a:t> al frontend</a:t>
            </a:r>
            <a:endParaRPr lang="it-IT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355E79-4647-AC46-3659-56EE46F84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sviluppato in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Unity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Gestione dell’interfaccia utente per l’intera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Invio delle richieste al backend tramite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HTTP/REST</a:t>
            </a: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Caricamento dinamico dei modelli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GLB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Integrazione con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 XR SDK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l’interazione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Separazione tra logica di rendering e logica di AI</a:t>
            </a:r>
          </a:p>
        </p:txBody>
      </p:sp>
    </p:spTree>
    <p:extLst>
      <p:ext uri="{BB962C8B-B14F-4D97-AF65-F5344CB8AC3E}">
        <p14:creationId xmlns:p14="http://schemas.microsoft.com/office/powerpoint/2010/main" val="106109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69B082-F493-C955-CD08-27E62BF0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Risultati</a:t>
            </a:r>
            <a:r>
              <a:rPr lang="en-US" dirty="0"/>
              <a:t> </a:t>
            </a:r>
            <a:r>
              <a:rPr lang="en-US" dirty="0" err="1"/>
              <a:t>ottenuti</a:t>
            </a:r>
            <a:r>
              <a:rPr lang="en-US" dirty="0"/>
              <a:t> ed </a:t>
            </a:r>
            <a:r>
              <a:rPr lang="en-US" dirty="0" err="1"/>
              <a:t>esempi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25AFEB-6D12-4370-56AB-E1479942B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Generazione automatica di modelli 3D a partire da immagini 2D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end-to-end completamente funzionante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Integrazione efficace tra Deep Learning e Computer Graphics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Caricamento dinamico dei modelli in 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Interazione XR immediata (grab, move, inspect)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Riduzione significativa del tempo di creazione di asset 3D</a:t>
            </a:r>
          </a:p>
        </p:txBody>
      </p:sp>
    </p:spTree>
    <p:extLst>
      <p:ext uri="{BB962C8B-B14F-4D97-AF65-F5344CB8AC3E}">
        <p14:creationId xmlns:p14="http://schemas.microsoft.com/office/powerpoint/2010/main" val="358495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86F6DA-76C8-C64D-46AA-6DC24199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Conclusioni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368DD7-440A-A00A-D2F1-E8B0352606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62630"/>
            <a:ext cx="76344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Dimostrata la fattibilità della generazione automatica di Digital Twin 3D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Integrazione efficace di tecniche di Deep Learning e Computer Graphics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modulare e facilmente estendibile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Unity e XR come strumenti efficaci per l’interazione con i modelli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solida per sviluppi futuri in ambito Digital Twin e Mixed Reality</a:t>
            </a:r>
          </a:p>
        </p:txBody>
      </p:sp>
    </p:spTree>
    <p:extLst>
      <p:ext uri="{BB962C8B-B14F-4D97-AF65-F5344CB8AC3E}">
        <p14:creationId xmlns:p14="http://schemas.microsoft.com/office/powerpoint/2010/main" val="41985674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481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di Office</vt:lpstr>
      <vt:lpstr>Prototipazione Rapida di Digital Twin tramite Mixed Reality e Deep Learning su Meta Quest</vt:lpstr>
      <vt:lpstr>Slide presentazione titolo nome  anno accademico studente</vt:lpstr>
      <vt:lpstr>Obiettivi del progetto</vt:lpstr>
      <vt:lpstr>Architettura generale</vt:lpstr>
      <vt:lpstr>Pipeline di funzionamento</vt:lpstr>
      <vt:lpstr>Uno sguardo al backend</vt:lpstr>
      <vt:lpstr>SAM – Segment Anything Model</vt:lpstr>
      <vt:lpstr>Stable fast 3d</vt:lpstr>
      <vt:lpstr>Uno sguardo al frontend</vt:lpstr>
      <vt:lpstr>Risultati ottenuti ed esempi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VITA MARCO</dc:creator>
  <cp:lastModifiedBy>DI VITA MARCO</cp:lastModifiedBy>
  <cp:revision>1</cp:revision>
  <dcterms:created xsi:type="dcterms:W3CDTF">2026-01-08T14:11:09Z</dcterms:created>
  <dcterms:modified xsi:type="dcterms:W3CDTF">2026-01-08T14:34:24Z</dcterms:modified>
</cp:coreProperties>
</file>